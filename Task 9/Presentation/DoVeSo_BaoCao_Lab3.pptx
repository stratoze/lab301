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66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4297680"/>
            <a:ext cx="3291840" cy="3291840"/>
          </a:xfrm>
          <a:prstGeom prst="ellipse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500" b="1">
                <a:solidFill>
                  <a:srgbClr val="1677FF"/>
                </a:solidFill>
                <a:latin typeface="Arial"/>
              </a:defRPr>
            </a:pPr>
            <a:r>
              <a:rPr sz="1500" b="1">
                <a:solidFill>
                  <a:srgbClr val="1677FF"/>
                </a:solidFill>
                <a:latin typeface="Arial"/>
              </a:rPr>
              <a:t>BÁO CÁO DỰ ÁN LAB3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000" b="1">
                <a:solidFill>
                  <a:srgbClr val="FFFFFF"/>
                </a:solidFill>
                <a:latin typeface="Arial"/>
              </a:defRPr>
            </a:pPr>
            <a:r>
              <a:rPr sz="6000" b="1">
                <a:solidFill>
                  <a:srgbClr val="FFFFFF"/>
                </a:solidFill>
                <a:latin typeface="Arial"/>
              </a:rPr>
              <a:t>DÒ VÉ SỐ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8961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2300" b="0">
                <a:solidFill>
                  <a:srgbClr val="E5E7EB"/>
                </a:solidFill>
                <a:latin typeface="Arial"/>
              </a:defRPr>
            </a:pPr>
            <a:r>
              <a:rPr sz="2300" b="0">
                <a:solidFill>
                  <a:srgbClr val="E5E7EB"/>
                </a:solidFill>
                <a:latin typeface="Arial"/>
              </a:rPr>
              <a:t>Hệ thống tra cứu và quản lý kết quả xổ số kiến thiết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686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Trường Đại học FUNIX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Mentor: Hà Khánh Toàn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Đồng Nai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Bài toán thực tế và mục tiêu dự 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305409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Bài toán thực tế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Người dùng thường dò vé số thủ công, dễ sai sót.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Khó dò nhiều vé cùng lúc.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Khó lưu lại lịch sử các lần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cần quản lý kết quả xổ số theo đài và ngày.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Cần phân quyền người dùng và kiểm soát dữ liệu công bố.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305409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Mục tiêu dự 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Xây dựng web app dò vé số theo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Hỗ trợ 3 nhóm người dùng: Guest (chưa đăng nhập), User (đã đăng nhập), 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Cho phép user dò tối đa 50 vé mỗi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Lưu lịch sử dò và thống kê chi tiêu / trúng thưởng.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quản lý kết quả xổ số và người dùng.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5148072"/>
            <a:ext cx="10634472" cy="127169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5330952"/>
            <a:ext cx="60960" cy="102108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1266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Ngoài phạm 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" y="5650653"/>
            <a:ext cx="1022299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thanh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toán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trực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tuyến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PHẠM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Đối tượng sử dụng và phạm vi chức năng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Khách vãng 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nhanh 1 vé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ký tài khoản.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Quên mật khẩu.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Thành viên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nhiều vé, tối đa 50 vé/lần.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biểu đồ thống kê.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Đổi mật khẩu.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Liên kết Google/Facebook.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Quản trị viên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Kế thừa quyền thành viên.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người dùng.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kết quả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Publish/unpublish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Gửi email, xuất Excel/CSV/JSON.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0424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Phạm vi chính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68" y="5212080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In-scope: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thực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Out-scope: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Chức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năng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optional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dấu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(*)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SRS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thể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NGHIỆP VỤ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Sơ đồ Use Case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6546" y="662770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 dirty="0" err="1">
                <a:solidFill>
                  <a:srgbClr val="6B7280"/>
                </a:solidFill>
                <a:latin typeface="Arial"/>
              </a:rPr>
              <a:t>Dò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Vé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Số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– Báo </a:t>
            </a:r>
            <a:r>
              <a:rPr sz="900" b="0" dirty="0" err="1">
                <a:solidFill>
                  <a:srgbClr val="6B7280"/>
                </a:solidFill>
                <a:latin typeface="Arial"/>
              </a:rPr>
              <a:t>cáo</a:t>
            </a:r>
            <a:r>
              <a:rPr sz="900" b="0" dirty="0">
                <a:solidFill>
                  <a:srgbClr val="6B7280"/>
                </a:solidFill>
                <a:latin typeface="Arial"/>
              </a:rPr>
              <a:t>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1499616"/>
            <a:ext cx="10515599" cy="5053584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7804" y="6590453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 dirty="0" err="1">
                <a:solidFill>
                  <a:srgbClr val="6B7280"/>
                </a:solidFill>
                <a:latin typeface="Arial"/>
              </a:rPr>
              <a:t>Sơ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đồ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use case: Guest, User, Admin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với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các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nhóm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chức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năng</a:t>
            </a:r>
            <a:r>
              <a:rPr sz="10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Arial"/>
              </a:rPr>
              <a:t>chính</a:t>
            </a:r>
            <a:endParaRPr sz="1000" b="0" dirty="0">
              <a:solidFill>
                <a:srgbClr val="6B7280"/>
              </a:solidFill>
              <a:latin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3F49B6-3576-21D4-4ABF-73BCDCEE0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5211" y="1487424"/>
            <a:ext cx="4473275" cy="50241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Công nghệ sử dụng và lý do lựa chọn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Java 21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Boot 4.1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Security + JWT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Data JPA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Jakarta Validation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Mail, Actuator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JJWT, Apache POI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19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TypeScript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 8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6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Axios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Router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Recharts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Database &amp; 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MySQL 8.0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+ Docker Compose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Multi-stage build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JaCoCo · SpotBugs · PMD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991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62356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Vì sao chọn stack này?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58384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Spring Boot phù hợp backend nghiệp vụ, bảo mật, validation và JPA.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React SPA phù hợp giao diện mobile-first, trải nghiệm dò vé số trên điện thoại.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React và Ant Design được mentor chấp thuận thay thế Bootstrap.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MySQL phù hợp dữ liệu quan hệ: user, kết quả, giải thưởng, lịch sử.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Docker giúp môi trường dev/prod đồng nhất và dễ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THIẾT KẾ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Kiến trúc hệ thống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31874"/>
            <a:ext cx="10634472" cy="36971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React SPA → Nginx/Vite proxy → Spring Boot REST API → MySQL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Thiết kế cơ sở dữ liệu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rd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555" y="1554480"/>
            <a:ext cx="8333841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8 bảng: users, user_auth_providers, password_reset_tokens, lottery_stations, lottery_results, prize_details, check_sessions, check_histories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quyết định thiết kế CSDL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Vấn đề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Giải pháp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Ý nghĩa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Số 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varchar cho ticket_number và winning_number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Giữ nguyên vé như 000123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đài/ngày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UNIQUE(station_id, draw_date)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Một đài chỉ có một kết quả cho một 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số trong cùng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UNIQUE(result_id, prize_type, winning_number)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admin nhập trùng dữ liệu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Guest dò vé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check_sessions.user_id NULL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được cả lượt khách vãng lai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Thống kê nhanh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total_spent và total_won theo session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Vẽ biểu đồ không cần đếm lại từng 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Tăng lượt dò đồng thời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Atomic UPDATE total_queries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race condition khi nhiều người dò cùng lúc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Xác thực và quản lý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auth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05318"/>
            <a:ext cx="10634472" cy="25125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619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Đăng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ký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: validate →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BCrypt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→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user_code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→ ROLE_USER · Social: Google JWKS / Facebook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debug_token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(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SDK).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role /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khóa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user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hiệu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lực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ngay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request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kế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tiếp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(filter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đọc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DB) —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cần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đăng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nhập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lại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Admin: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tìm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kiếm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khóa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mở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khóa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role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gửi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email ·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xuất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Excel/CSV/JSON.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Quản lý vé dò và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tick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750" y="1481328"/>
            <a:ext cx="10263451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361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mới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mặc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định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UNPUBLISH —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chỉ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admin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thấy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;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khi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publish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lưu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published_by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+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published_at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để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truy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vết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Chống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trùng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: UNIQUE(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station_id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draw_date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)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 UNIQUE(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result_id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prize_type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Arial"/>
              </a:rPr>
              <a:t>winning_number</a:t>
            </a:r>
            <a:r>
              <a:rPr sz="1050" b="0" dirty="0">
                <a:solidFill>
                  <a:srgbClr val="1F2937"/>
                </a:solidFill>
                <a:latin typeface="Arial"/>
              </a:rPr>
              <a:t>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Dò vé số và thống kê lịch sử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check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982" y="1481328"/>
            <a:ext cx="8074987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luồng nghiệp vụ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1: Guest dò 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1 vé 6 chữ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Hệ thống trả kết quả trúng/trượt.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Khuyến khích đăng nhập để dò nhiều 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2: User dò nhiều 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nhiều vé, phân cách bằng dấu phẩy hoặc xuống dòng.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kết quả từng vé.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và biểu đồ thống kê.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415137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3: Admin quản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 với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kết quả xổ số mới.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số trúng cho các giải.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user, khóa/mở khóa, export.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- Màn hình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lottery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400" y="1554480"/>
            <a:ext cx="680015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dò vé số trên desktop: chọn đài, chọn ngày, nhập vé và xem kết quả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– Quản lý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admin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27" y="1554480"/>
            <a:ext cx="6800898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admin quản lý vé dò: lọc, thêm, sửa, publish/unpublish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Đăng nhập / Đăng ký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lott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Dò vé số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Lịch sử &amp; thống kê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pro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Thông tin cá nhân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quản trị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dmin-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người dùng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admin-tick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vé dò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add-t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Thêm / sửa vé dò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send-em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Gửi email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Điểm kỹ thuật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Bảo mật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BCrypt password hashing.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JWT stateless,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Đọc role và isActive từ DB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Google JWKS và Facebook debug_token.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181965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Hiệu năng &amp; dữ liệu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Batch query kiểm tra vé trùng.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Atomic update total_queries.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Composite unique constraint.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Pagination ở tầng database.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4096512"/>
            <a:ext cx="82296" cy="18196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UX / 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Mobile-first.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Table chuyển thành card list trên mobile.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theme tùy chỉnh.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Biểu đồ Recharts.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09651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multi-stage build.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 và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Kiểm thử và triển khai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hệ thống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9E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52C41A"/>
                </a:solidFill>
                <a:latin typeface="Arial"/>
              </a:defRPr>
            </a:pPr>
            <a:r>
              <a:rPr sz="2800" b="1">
                <a:solidFill>
                  <a:srgbClr val="52C41A"/>
                </a:solidFill>
                <a:latin typeface="Arial"/>
              </a:rPr>
              <a:t>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FFF7E6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FA8C16"/>
                </a:solidFill>
                <a:latin typeface="Arial"/>
              </a:defRPr>
            </a:pPr>
            <a:r>
              <a:rPr sz="2800" b="1">
                <a:solidFill>
                  <a:srgbClr val="FA8C16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N/A optional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982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80+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unit test chính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2999232"/>
            <a:ext cx="82296" cy="2916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38144"/>
            <a:ext cx="2953512" cy="1174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JUnit 5 + Mockito.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Controller · Service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Repository test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với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H2 (MySQL mode).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Coverage 7</a:t>
            </a:r>
            <a:r>
              <a:rPr lang="en-US" sz="1200" b="0" dirty="0">
                <a:solidFill>
                  <a:srgbClr val="1F2937"/>
                </a:solidFill>
                <a:latin typeface="Arial"/>
              </a:rPr>
              <a:t>0+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% (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JaCoCo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) ·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SpotBugs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/PMD.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16552" y="2999232"/>
            <a:ext cx="82296" cy="291693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45152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Testing Library.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component chính.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AuthProvider và form.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5864" y="2999232"/>
            <a:ext cx="82296" cy="291693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4464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Triển khai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dev: MySQL, backend, 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prod: Nginx, internal network.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Không expose DB/backend ra ngoài ở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Health check bằng Actuator.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KINH NGHIỆM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Khó khăn và cách giải quyết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3493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2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Khó khăn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Cách giải quyết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Role trong JWT có thể bị cũ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Đọc lại role từ DB trong mỗi request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User bị khóa nhưng vẫn còn 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JwtAuthenticationFilter kiểm tra isActive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số vé và số trúng bằng varchar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xổ số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composite unique constraint ở 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Dò nhiều vé gây query lặp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batch query IN để kiểm tra vé trùng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Social login cần verify token an toàn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Google JWKS, Facebook debug_token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Logic nghiệp vụ nằm rải rác trong Controller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Refactor về controller mỏng: tách AuthService, chuyển luật xuống Service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Sinh user_code trùng khi đăng ký song song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Retry loop + unique constraint trên user_code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Bảng admin khó dùng trên mobile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Chuyển table thành card list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Quản lý secret và env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.env.example, git-ignore file env thật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Hạn chế hiện tại và hướng phát triển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Hạn chế hiện tại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hoàn thành: Google AdSense (FR 1.7), gamification comments (FR 2.6), preview vé dò (FR 3.15).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Reset token lưu plaintext trong DB (hướng cải tiến: chỉ lưu hash).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refresh 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rate limiting hoặc CAPTCHA.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Dữ liệu kết quả đang nhập tay, chưa crawl tự động.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Desktop history sort còn hạn chế so với mobile.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Hướng phát triển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Duy trì coverage &gt;70% và bổ sung test tích hợp (@WebMvcTest).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auto-crawl kết quả xổ số từ nguồn công khai.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rate limiting và CAPTCHA chống spam API.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refresh token để cải thiện UX.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monitoring/logging chuyên sâu hơn.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Pagination cho lịch sử và i18n tiếng Anh.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678070" y="1617666"/>
            <a:ext cx="10832811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Kết quả đạt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543" y="1968372"/>
            <a:ext cx="5852160" cy="2124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Hoàn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thành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3 module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chính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: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Kiến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trúc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RESTful: Spring Boot + React + MySQL.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Bảo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mật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: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BCrypt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JWT,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phân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quyền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tra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active/role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từ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DB.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Giao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diện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responsive, mobile-first.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unit test backend/frontend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test case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hệ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thống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Triển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khai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Arial"/>
              </a:rPr>
              <a:t>bằng</a:t>
            </a:r>
            <a:r>
              <a:rPr sz="1400" b="0" dirty="0">
                <a:solidFill>
                  <a:srgbClr val="1F2937"/>
                </a:solidFill>
                <a:latin typeface="Arial"/>
              </a:rPr>
              <a:t> Docker Compose dev/prod.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295" y="1810512"/>
            <a:ext cx="82296" cy="4059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CẢM ƠN THẦY/CÔ VÀ HỘI ĐỒNG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400" b="1">
                <a:solidFill>
                  <a:srgbClr val="1677FF"/>
                </a:solidFill>
                <a:latin typeface="Arial"/>
              </a:defRPr>
            </a:pPr>
            <a:r>
              <a:rPr sz="6400" b="1">
                <a:solidFill>
                  <a:srgbClr val="1677FF"/>
                </a:solidFill>
                <a:latin typeface="Arial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Dự án: Dò Vé Số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Danh sách API endpoints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Nhóm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Quyền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/api/v1/auth/login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/api/v1/auth/social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/api/v1/user/me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/api/v1/user/change-password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/api/v1/checker/check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Public*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/api/v1/checker/history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/api/v1/admin/users/send-email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/api/v1/admin/users/export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/api/v1/admin/tickets/{id}/status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Tài khoản seed và dữ liệu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Email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Ghi chú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Mật khẩu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admin@veso.vn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Quản trị viên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staff@veso.vn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Nhân viên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khach1@gmail.com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Người dùng thường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locked@gmail.com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Tài khoản bị khóa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4069080"/>
            <a:ext cx="1063447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233672"/>
            <a:ext cx="82296" cy="168249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2153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Dữ liệu demo gợi 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72584"/>
            <a:ext cx="10222992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Đài: TP. Hồ Chí Minh.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Ngày quay: 23/10/2023.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123485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999999 trúng G_DB.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000000 trượt.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Chi tiết cơ chế bảo mật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Xác thực &amp; phân quyền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Mật khẩu mã hóa BCrypt.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 có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gửi qua header Authorization: Bearer.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JwtAuthenticationFilter kiểm tra token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Đọc lại isActive và role từ 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endpoints yêu cầu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User endpoints yêu cầu xác thực.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Social &amp; reset 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Google login: verify chữ ký RSA qua JWKS (cache 6 giờ), kiểm thêm aud/iss.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Facebook login: verify bằng debug_token (is_valid + đúng app_id).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Reset password: token UUID, hạn 1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reset chỉ dùng một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rules dùng chung backend/frontend.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Chặn mật khẩu yếu bằng blocklist + dictionary (có từ tiếng Việt).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Thuật toán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5778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Input: ticketNumber 6 chữ số và danh sách prize_details.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Duyệt từng PrizeDetail.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Nếu ticketNumber.endsWith(winningNumber), thêm vào danh sách ứng viên.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Chọn ứng viên có rewardAmount cao nhất.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Trả về giải trúng hoặc null nếu không trúng.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Mỗi vé chỉ lưu một kết quả giải cao nhất.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645920"/>
          <a:ext cx="4828032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Vé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trúng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123485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G_DB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000000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Trượt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0" y="4572000"/>
            <a:ext cx="482803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0" y="4736592"/>
            <a:ext cx="82296" cy="11338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4718304"/>
            <a:ext cx="44165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Ví dụ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175504"/>
            <a:ext cx="441655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123485 kết thúc bằng 85 nên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999999 khớp G_DB nên trúng đặc biệt.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2682</Words>
  <Application>Microsoft Office PowerPoint</Application>
  <PresentationFormat>Widescreen</PresentationFormat>
  <Paragraphs>433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Ve So - Bao Cao Lab3</dc:title>
  <dc:subject>Lab3 Project Presentation</dc:subject>
  <dc:creator>Phan Dang Duy Phuc</dc:creator>
  <cp:keywords/>
  <dc:description>generated using python-pptx</dc:description>
  <cp:lastModifiedBy>Kohaku</cp:lastModifiedBy>
  <cp:revision>3</cp:revision>
  <dcterms:created xsi:type="dcterms:W3CDTF">2013-01-27T09:14:16Z</dcterms:created>
  <dcterms:modified xsi:type="dcterms:W3CDTF">2026-08-04T07:43:52Z</dcterms:modified>
  <cp:category/>
</cp:coreProperties>
</file>