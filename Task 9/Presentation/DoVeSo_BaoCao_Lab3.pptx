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55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4297680"/>
            <a:ext cx="3291840" cy="3291840"/>
          </a:xfrm>
          <a:prstGeom prst="ellipse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500" b="1">
                <a:solidFill>
                  <a:srgbClr val="1677FF"/>
                </a:solidFill>
                <a:latin typeface="Arial"/>
              </a:defRPr>
            </a:pPr>
            <a:r>
              <a:rPr sz="1500" b="1">
                <a:solidFill>
                  <a:srgbClr val="1677FF"/>
                </a:solidFill>
                <a:latin typeface="Arial"/>
              </a:rPr>
              <a:t>BÁO CÁO DỰ ÁN LAB3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</a:rPr>
              <a:t>DÒ VÉ SỐ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8961120" cy="345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2300" b="0">
                <a:solidFill>
                  <a:srgbClr val="E5E7EB"/>
                </a:solidFill>
                <a:latin typeface="Arial"/>
              </a:defRPr>
            </a:pPr>
            <a:r>
              <a:rPr sz="2300" b="0" dirty="0" err="1">
                <a:solidFill>
                  <a:srgbClr val="E5E7EB"/>
                </a:solidFill>
                <a:latin typeface="Arial"/>
              </a:rPr>
              <a:t>Hệ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thống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tra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cứu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và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quản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lý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kết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quả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xổ</a:t>
            </a:r>
            <a:r>
              <a:rPr sz="2300" b="0" dirty="0">
                <a:solidFill>
                  <a:srgbClr val="E5E7EB"/>
                </a:solidFill>
                <a:latin typeface="Arial"/>
              </a:rPr>
              <a:t> </a:t>
            </a:r>
            <a:r>
              <a:rPr sz="2300" b="0" dirty="0" err="1">
                <a:solidFill>
                  <a:srgbClr val="E5E7EB"/>
                </a:solidFill>
                <a:latin typeface="Arial"/>
              </a:rPr>
              <a:t>s</a:t>
            </a:r>
            <a:r>
              <a:rPr lang="en-US" sz="2300" b="0" dirty="0" err="1">
                <a:solidFill>
                  <a:srgbClr val="E5E7EB"/>
                </a:solidFill>
                <a:latin typeface="Arial"/>
              </a:rPr>
              <a:t>ố</a:t>
            </a:r>
            <a:endParaRPr sz="2300" b="0" dirty="0">
              <a:solidFill>
                <a:srgbClr val="E5E7EB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686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Trường Đại học FUNIX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Mentor: Hà Khánh Toàn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Đồng Nai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Bài toán thực tế và mục tiêu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305409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Bài toán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thường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thủ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dễ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sai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sót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nhiều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lúc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lưu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lại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Admin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theo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ngày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phân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quyền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soát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305409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Mục tiêu dự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Xây dựng web app dò vé số theo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Hỗ trợ guest, user và 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Cho phép user dò tối đa 50 vé mỗi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Lưu lịch sử dò và thống kê chi tiêu / trúng thưởng.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quản lý kết quả xổ số và người dùng.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59"/>
            <a:ext cx="10634472" cy="12005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5330952"/>
            <a:ext cx="82296" cy="850392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1266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Ngoài 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" y="5595112"/>
            <a:ext cx="1022299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thanh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trực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tuyến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Đối tượng sử dụng và phạm vi chức năng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Khách vãng 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nhanh 1 vé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ký tài khoản.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Quên mật khẩu.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Thành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nhiều vé, tối đa 50 vé/lần.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biểu đồ thống kê.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Đổi mật khẩu.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Liên kết Google/Facebook.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Quản trị viên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Kế thừa quyền thành viên.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kết quả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Publish/unpublish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Gửi email, xuất Excel/CSV/JSON.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Phạm vi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In-scope: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thực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Out-scope: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Chức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optional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dấu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(*)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SRS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thể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NGHIỆP VỤ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Sơ đồ Use Case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Sơ đồ use case: Guest, User, Admin với các nhóm chức năng chính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D846F2-0574-73E7-E1C1-E4B92BE95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19" y="1990344"/>
            <a:ext cx="10358121" cy="34811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Công nghệ sử dụng và lý do lựa chọn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Java 21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Boot 4.1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Security + JWT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Data JPA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Jakarta Validation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Mail, Actuator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JJWT, Apache POI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19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TypeScript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 8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6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Axios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Router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Database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MySQL 8.0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Multi-stage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586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1984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Vì sao chọn stack này?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5201357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Spring Boot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backend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vụ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bảo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validation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JPA.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React SPA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giao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mobile-first,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trên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thoại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MySQL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quan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hệ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: user,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Docker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giúp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môi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trường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dev/prod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đồng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nhất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dễ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Kiến trúc hệ thống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React SPA → Nginx/Vite proxy → Spring Boot REST API → MySQL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A296E29-7658-2CFC-3C12-151A48378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12" y="1732360"/>
            <a:ext cx="10352127" cy="3982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Thiết kế cơ sở dữ liệu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88" y="1554480"/>
            <a:ext cx="8343376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8 bảng: users, user_auth_providers, password_reset_tokens, lottery_stations, lottery_results, prize_details, check_sessions, check_histories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quyết định thiết kế CSDL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Ý nghĩa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Số 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varchar cho ticket_number và winning_number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Giữ nguyên vé như 000123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đài/ngày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UNIQUE(station_id, draw_date)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Một đài chỉ có một kết quả cho một 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số trong cùng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UNIQUE(result_id, prize_type, winning_number)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admin nhập trùng dữ liệu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Guest dò vé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check_sessions.user_id NULL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được cả lượt khách vãng lai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Thống kê nhanh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total_spent và total_won theo session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Vẽ biểu đồ không cần đếm lại từng 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Tăng lượt dò đồng thời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Atomic UPDATE total_queries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race condition khi nhiều người dò cùng lúc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Xác thực và quản lý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5318"/>
            <a:ext cx="10634472" cy="25125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Đăng ký: validate → BCrypt → user_code → ROLE_USER · Social: Google JWKS / Facebook debug_token.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Admin: tìm kiếm · phân trang · khóa/mở khóa · đổi role · gửi email · xuất Excel/CSV/JSON.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Quản lý vé dò và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tick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50" y="1481328"/>
            <a:ext cx="10263451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Kết quả mới mặc định UNPUBLISH — chỉ admin thấy; khi publish lưu published_by + published_at để truy vết.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Chống trùng: UNIQUE(station_id, draw_date) và UNIQUE(result_id, prize_type, winning_number).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Dò vé số và thống kê lịch sử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check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982" y="1481328"/>
            <a:ext cx="8074987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Guest 1 vé · User tối đa 50 vé — một session = một kết quả (1 đài + 1 ngày).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Trùng vé đã dò → 400 · total_queries tăng 1 lần mỗi phiên bằng atomic UPDATE.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luồng nghiệp vụ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1: Guest dò 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1 vé 6 chữ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Hệ thống trả kết quả trúng/trượt.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Khuyến khích đăng nhập để dò nhiều 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2: User dò nhiều 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nhiều vé, phân cách bằng dấu phẩy hoặc xuống dòng.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kết quả từng vé.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và biểu đồ thống kê.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415137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3: Admin quản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 với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kết quả xổ số mới.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số trúng cho các giải.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user, khóa/mở khóa, export.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Màn hình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lottery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00" y="1554480"/>
            <a:ext cx="680015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dò vé số trên desktop: chọn đài, chọn ngày, nhập vé và xem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Quản lý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admin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27" y="1554480"/>
            <a:ext cx="680089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admin quản lý vé dò: lọc, thêm, sửa, publish/unpublish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Đăng nhập / Đăng ký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lo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Dò vé số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Lịch sử &amp; thống kê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Thông tin cá nhân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quản trị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người dùng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admin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vé dò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add-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Thêm / sửa vé dò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send-e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Gửi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Điểm kỹ thuật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Bảo mật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BCrypt password hashing.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JWT stateless,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Đọc role và isActive từ DB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Google JWKS và Facebook debug_token.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181965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Hiệu năng &amp;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Batch query kiểm tra vé trùng.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Atomic update total_queries.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Composite unique constraint.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Pagination ở tầng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096512"/>
            <a:ext cx="82296" cy="18196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UX /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Mobile-first.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Table chuyển thành card list trên mobile.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theme tùy chỉnh.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Biểu đồ Recharts.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9651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multi-stage build.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 và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Kiểm thử và triển khai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hệ thống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9E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52C41A"/>
                </a:solidFill>
                <a:latin typeface="Arial"/>
              </a:defRPr>
            </a:pPr>
            <a:r>
              <a:rPr sz="2800" b="1">
                <a:solidFill>
                  <a:srgbClr val="52C41A"/>
                </a:solidFill>
                <a:latin typeface="Arial"/>
              </a:rPr>
              <a:t>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FFF7E6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FA8C16"/>
                </a:solidFill>
                <a:latin typeface="Arial"/>
              </a:defRPr>
            </a:pPr>
            <a:r>
              <a:rPr sz="2800" b="1">
                <a:solidFill>
                  <a:srgbClr val="FA8C1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N/A optional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40+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unit test chính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999232"/>
            <a:ext cx="82296" cy="2916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JUnit 5 + Mockito.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Controller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Service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Repository test với H2.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16552" y="2999232"/>
            <a:ext cx="82296" cy="291693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5152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Testing Library.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component chính.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AuthProvider và 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5864" y="2999232"/>
            <a:ext cx="82296" cy="2916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4464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Triển khai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dev: MySQL, backend, 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prod: Nginx, internal network.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Không expose DB/backend ra ngoài ở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Health check bằng Actuator.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KINH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Khó khăn và cách giải quyết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Khó khăn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giải quyết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Role trong JWT có thể bị cũ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Đọc lại role từ DB trong mỗi request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User bị khóa nhưng vẫn còn 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JwtAuthenticationFilter kiểm tra isActive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số vé và số trúng bằng varchar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xổ số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composite unique constraint ở 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Dò nhiều vé gây query lặp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batch query IN để kiểm tra vé trùng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Social login cần verify token an toàn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Google JWKS, Facebook debug_token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Bảng admin khó dùng trên mobile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Chuyển table thành card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Quản lý secret và env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.env.example, git-ignore file env thật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Hạn chế hiện tại và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Hạn chế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Một số chức năng optional chưa hoàn thành: AdSense, gamification comment, preview vé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Code coverage chưa cao, khoảng 37.30%.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refresh 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rate limiting hoặc CAPTCHA.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Dữ liệu kết quả đang nhập tay, chưa crawl tự động.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Desktop history sort còn hạn chế so với mobile.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Tăng unit test coverage lên tối thiểu 70%.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auto-crawl kết quả xổ số từ nguồn công khai.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rate limiting và CAPTCHA chống spam API.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refresh token để cải thiện UX.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monitoring/logging chuyên sâu hơn.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Pagination cho lịch sử và i18n tiếng Anh.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85216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Hoàn thành 3 module chính: quản lý người dùng, quản lý vé dò, dò vé số.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Kiến trúc RESTful: Spring Boot + React + MySQL.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Bảo mật: BCrypt, JWT, phân quyền, kiểm tra active/role từ DB.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Giao diện responsive, mobile-first.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unit test backend/frontend và test case hệ thống.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Triển khai được bằng Docker Compose dev/prod.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4507992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903720" y="1810512"/>
            <a:ext cx="82296" cy="4059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1792224"/>
            <a:ext cx="4096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Thông điệp chính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49424"/>
            <a:ext cx="4096512" cy="3639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Project không chỉ là CRUD.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tư duy thiết kế CSDL và bảo mật.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xử lý hiệu năng và trải nghiệm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kiểm thử và triển khai Docker.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Em hiểu rõ hơn về Spring Boot, JWT, JPA và React SPA.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CẢM ƠN THẦY/CÔ VÀ HỘI ĐỒNG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400" b="1">
                <a:solidFill>
                  <a:srgbClr val="1677FF"/>
                </a:solidFill>
                <a:latin typeface="Arial"/>
              </a:defRPr>
            </a:pPr>
            <a:r>
              <a:rPr sz="6400" b="1">
                <a:solidFill>
                  <a:srgbClr val="1677FF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Dự án: Dò Vé Số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Danh sách API endpoints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Nhóm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Quyền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/api/v1/auth/login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/api/v1/auth/social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/api/v1/user/me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/api/v1/user/change-password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/api/v1/checker/check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Public*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/api/v1/admin/users/send-email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/api/v1/admin/users/export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/api/v1/admin/tickets/{id}/status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Tài khoản seed và dữ liệu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Ghi chú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Mật khẩu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admin@veso.vn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Quản trị viên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staff@veso.vn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Nhân viên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khach1@gmail.com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Người dùng thường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locked@gmail.com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Tài khoản bị khóa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4069080"/>
            <a:ext cx="1063447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233672"/>
            <a:ext cx="82296" cy="168249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2153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Dữ liệu demo gợi 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72584"/>
            <a:ext cx="10222992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Đài: TP. Hồ Chí Minh.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Ngày quay: 23/10/2023.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123485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999999 trúng G_DB.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000000 trượt.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Chi tiết cơ chế bảo mật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Mật khẩu mã hóa BCrypt.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 có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gửi qua header Authorization: Bearer.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JwtAuthenticationFilter kiểm tra token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Đọc lại isActive và role từ 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endpoints yêu cầu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User endpoints yêu cầu xác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Social &amp; reset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Google login: verify chữ ký JWT bằng JWKS.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Facebook login: verify bằng debug_token.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password: token UUID, hạn 1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reset chỉ dùng một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rules dùng chung backend/frontend.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bị chặn nếu quá phổ biến.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Thuật toán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5778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Input: ticketNumber 6 chữ số và danh sách prize_details.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Duyệt từng PrizeDetail.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Nếu ticketNumber.endsWith(winningNumber), thêm vào danh sách ứng viên.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Chọn ứng viên có rewardAmount cao nhất.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Trả về giải trúng hoặc null nếu không trúng.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Mỗi vé chỉ lưu một kết quả giải cao nhất.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45920"/>
          <a:ext cx="482803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Vé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trúng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123485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G_DB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000000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Trượt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0" y="4572000"/>
            <a:ext cx="482803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4736592"/>
            <a:ext cx="82296" cy="11338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4718304"/>
            <a:ext cx="44165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175504"/>
            <a:ext cx="441655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123485 kết thúc bằng 85 nên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999999 khớp G_DB nên trúng đặc biệt.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2628</Words>
  <Application>Microsoft Office PowerPoint</Application>
  <PresentationFormat>Widescreen</PresentationFormat>
  <Paragraphs>435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Ve So - Bao Cao Lab3</dc:title>
  <dc:subject>Lab3 Project Presentation</dc:subject>
  <dc:creator>Phan Dang Duy Phuc</dc:creator>
  <cp:keywords/>
  <dc:description>generated using python-pptx</dc:description>
  <cp:lastModifiedBy>Kohaku</cp:lastModifiedBy>
  <cp:revision>2</cp:revision>
  <dcterms:created xsi:type="dcterms:W3CDTF">2013-01-27T09:14:16Z</dcterms:created>
  <dcterms:modified xsi:type="dcterms:W3CDTF">2026-07-31T13:21:58Z</dcterms:modified>
  <cp:category/>
</cp:coreProperties>
</file>